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Análises</c:v>
                </c:pt>
              </c:strCache>
            </c:strRef>
          </c:tx>
          <c:spPr>
            <a:solidFill>
              <a:srgbClr val="065F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6B728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nov/25</c:v>
                  </c:pt>
                  <c:pt idx="1">
                    <c:v>dez/25</c:v>
                  </c:pt>
                  <c:pt idx="2">
                    <c:v>jan/26</c:v>
                  </c:pt>
                  <c:pt idx="3">
                    <c:v>fev/26</c:v>
                  </c:pt>
                  <c:pt idx="4">
                    <c:v>mar/26</c:v>
                  </c:pt>
                  <c:pt idx="5">
                    <c:v>abr/26</c:v>
                  </c:pt>
                  <c:pt idx="6">
                    <c:v>mai/26</c:v>
                  </c:pt>
                  <c:pt idx="7">
                    <c:v>jun/26</c:v>
                  </c:pt>
                  <c:pt idx="8">
                    <c:v>jul/26</c:v>
                  </c:pt>
                  <c:pt idx="9">
                    <c:v>ago/26</c:v>
                  </c:pt>
                  <c:pt idx="10">
                    <c:v>set/26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20</c:v>
                </c:pt>
                <c:pt idx="1">
                  <c:v>125</c:v>
                </c:pt>
                <c:pt idx="2">
                  <c:v>157</c:v>
                </c:pt>
                <c:pt idx="3">
                  <c:v>132</c:v>
                </c:pt>
                <c:pt idx="4">
                  <c:v>187</c:v>
                </c:pt>
                <c:pt idx="5">
                  <c:v>148</c:v>
                </c:pt>
                <c:pt idx="6">
                  <c:v>123</c:v>
                </c:pt>
                <c:pt idx="7">
                  <c:v>81</c:v>
                </c:pt>
                <c:pt idx="8">
                  <c:v>223</c:v>
                </c:pt>
                <c:pt idx="9">
                  <c:v>193</c:v>
                </c:pt>
                <c:pt idx="10">
                  <c:v>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6B728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DEF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Apresentar a equipe e a entidade. O sistema esta em producao e com 10 meses de historico carregado.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Contextualizar o problema real da entidade. Nao era falta de controle, era controle fragil e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modulos. Destacar que substitui as planilhas, nao convive com 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da demo. Manter fluido, sem explicar tela por tela. Se a internet falhar, usar as capturas do portfolio.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Numeros reais da carga feita em 08/09/2026. O sistema entrou em operacao com historico, nao vazio.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 o slide mais forte da apresentacao. Mostra valor concreto e imediato, encontrado pela propria equipe.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set/26 aparece baixo porque a planilha vai so ate 03/09. jun/26 caiu por conta da entressafra.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escolha por nuvem dispensou compra de servidor e permitiu acesso de qualquer maquina da fabrica.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obstaculos foram de infraestrutura, configuracao ou qualidade de dado - nenhum de logica de negocio.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honesto sobre a Sprint 2. A estimativa furou e isso foi corrigido na Sprint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que a entidade nao fica dependente da equipe.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Encerrar e abrir para perguntas. Ter o sistema aberto numa aba para responder mostrando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3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965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 Controle de Qualidade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889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SCQ — Indústria Ervateira Verdelândia LTDA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337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Final · Projeto de Extensão em Engenharia de Software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34340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8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Rafael Angelo Silva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8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Scrum Master
</a:t>
            </a:r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8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Pedro Ortolan Pereira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8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Product Owner
</a:t>
            </a:r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8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Hivan Lucas Rossinolli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8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Desenvolvedor
</a:t>
            </a:r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8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Vinicius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8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Desenvolvedor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434340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B9C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Universitário Campo Real</a:t>
            </a:r>
            <a:endParaRPr lang="en-US" sz="1200" dirty="0"/>
          </a:p>
          <a:p>
            <a:pPr algn="r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B9C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Software · 7º período</a:t>
            </a:r>
            <a:endParaRPr lang="en-US" sz="1200" dirty="0"/>
          </a:p>
          <a:p>
            <a:pPr algn="r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B9C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Guarapuava — PR · 18 de setembro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controle de qualidade da erva-mate era feito antes do SCQ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02336" cy="402336"/>
          </a:xfrm>
          <a:prstGeom prst="ellipse">
            <a:avLst/>
          </a:prstGeom>
          <a:solidFill>
            <a:srgbClr val="065F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74650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em planilhas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1746504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controle de palitos, as fichas de embalagem e as coletas viviam em arquivos Excel espalhados, sem dono único e sem histórico confiável.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770632"/>
            <a:ext cx="402336" cy="402336"/>
          </a:xfrm>
          <a:prstGeom prst="ellipse">
            <a:avLst/>
          </a:prstGeom>
          <a:solidFill>
            <a:srgbClr val="065F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770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73405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manual do desconto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734056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desconto por excesso de palito dependia de uma fórmula arrastada à mão na planilha — e bastava alguém esquecer de arrastar.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758184"/>
            <a:ext cx="402336" cy="402336"/>
          </a:xfrm>
          <a:prstGeom prst="ellipse">
            <a:avLst/>
          </a:prstGeom>
          <a:solidFill>
            <a:srgbClr val="065F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758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7216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rastreabilidade por lote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3721608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uma análise ao lote de produção exigia conferir datas em outra planilha, feita à parte.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745736"/>
            <a:ext cx="402336" cy="402336"/>
          </a:xfrm>
          <a:prstGeom prst="ellipse">
            <a:avLst/>
          </a:prstGeom>
          <a:solidFill>
            <a:srgbClr val="065F4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745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709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controle de acesso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470916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pessoa com o arquivo podia alterar qualquer número, sem registro de quem mudou o quê.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solução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aplicação web única, em nuvem, acessível de qualquer computador da fábrica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4F6F3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2585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243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do teor de palito, pó e umidade, com desconto calculado pelo sistema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3400" y="2057400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4F6F3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9432" y="22585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99432" y="26243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semanal de produção, com as análises do período vinculadas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2057400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4F6F3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02752" y="22585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Fichas FORQSE001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26243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Liberação de embalagens com os 4 parâmetros e emissão de PDF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749040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4F6F3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6112" y="39502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31596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das amostras enviadas ao laboratório interno e ao TECPAR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43400" y="3749040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4F6F3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99432" y="39502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431596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de acesso e liberação de abas por pessoa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46720" y="3749040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4F6F3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02752" y="39502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431596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quem criou, editou ou excluiu cada informação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 ao vivo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sistema-controle-qualidade-verdelan.vercel.app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02336" cy="402336"/>
          </a:xfrm>
          <a:prstGeom prst="ellipse">
            <a:avLst/>
          </a:prstGeom>
          <a:solidFill>
            <a:srgbClr val="065F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764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como Analista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76479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Lançar uma análise real e ver o desconto sendo calculado na hora pelo sistema.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32888"/>
            <a:ext cx="402336" cy="402336"/>
          </a:xfrm>
          <a:prstGeom prst="ellipse">
            <a:avLst/>
          </a:prstGeom>
          <a:solidFill>
            <a:srgbClr val="065F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5146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lote da semana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5146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as análises do período agrupadas e rastreáveis até o lote.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282696"/>
            <a:ext cx="402336" cy="402336"/>
          </a:xfrm>
          <a:prstGeom prst="ellipse">
            <a:avLst/>
          </a:prstGeom>
          <a:solidFill>
            <a:srgbClr val="065F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2826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2644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 a ficha FORQSE001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26440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Preencher os 4 parâmetros e gerar o PDF assinável.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32504"/>
            <a:ext cx="402336" cy="402336"/>
          </a:xfrm>
          <a:prstGeom prst="ellipse">
            <a:avLst/>
          </a:prstGeom>
          <a:solidFill>
            <a:srgbClr val="065F4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032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0142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para Excel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401421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Baixar o relatório de análises já filtrado, no layout da empresa.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782312"/>
            <a:ext cx="402336" cy="40233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782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4764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como Administrador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476402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um usuário e liberar apenas as abas que ele deve enxergar.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532120"/>
            <a:ext cx="402336" cy="40233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5532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207008" y="5513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os Logs de auditoria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551383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o rastro das ações feitas durante a própria demonstração.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Impacto na entidade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não começou vazio: recebeu todo o histórico que estava em planilha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1.414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517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análises importadas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nov/2025 a set/2026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178308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3337560" y="26517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lotes semanais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reconstruídos e vinculados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78308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33%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6517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cargas tiveram desconto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excesso de palito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732520" y="178308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8732520" y="26517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inconsistências encontradas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planilha de origem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977640"/>
            <a:ext cx="10881360" cy="1874520"/>
          </a:xfrm>
          <a:prstGeom prst="roundRect">
            <a:avLst>
              <a:gd name="adj" fmla="val 4390"/>
            </a:avLst>
          </a:prstGeom>
          <a:solidFill>
            <a:srgbClr val="F4F6F3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18795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entidade ganha no dia a dia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57200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desconto deixa de depender de fórmula arrastada à mão — é o servidor que calcula, em toda análise.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por produtor, por período ou por lote em segundos, sem abrir arquivo nenhum.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em Excel pronto para o financeiro, já no layout da empresa.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alteração fica registrada com autor, data e hora.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achado durante a migração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conferência dos dados revelou um problema que a planilha escondia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20640" cy="2103120"/>
          </a:xfrm>
          <a:prstGeom prst="roundRect">
            <a:avLst>
              <a:gd name="adj" fmla="val 3913"/>
            </a:avLst>
          </a:prstGeom>
          <a:solidFill>
            <a:srgbClr val="FDF6EC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8346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cargas com desconto devido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a planilha não calculou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78308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fórmula do desconto foi arrastada apenas até a linha 1202 da planilha. </a:t>
            </a:r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19/05 a 03/09/2026, toda carga com teor de palito acima de 30% entrou sem o desconto correspondente.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88036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Desconto médio não aplicado:  1,10%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caso: ticket 10024, palito de 47% — deveria ter 5,95%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erro de sistema: a planilha simplesmente parou de calcular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4114800"/>
            <a:ext cx="10881360" cy="1600200"/>
          </a:xfrm>
          <a:prstGeom prst="roundRect">
            <a:avLst>
              <a:gd name="adj" fmla="val 5143"/>
            </a:avLst>
          </a:prstGeom>
          <a:solidFill>
            <a:srgbClr val="F4F6F3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43159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exatamente esse tipo de erro que o SCQ elimina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4700016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sistema, o desconto é calculado pelo servidor a cada análise registrada, a partir da regra oficial da empresa (RN01). Não existe fórmula para alguém esquecer de arrastar, nem célula que possa ser sobrescrita sem deixar rastro.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Histórico carregado no sistema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das 1.414 análises importadas, por mês de realização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91640"/>
          <a:ext cx="108813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Tecnologias utilizadas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web em nuvem, sem servidor próprio na fábrica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29000" cy="2743200"/>
          </a:xfrm>
          <a:prstGeom prst="roundRect">
            <a:avLst>
              <a:gd name="adj" fmla="val 3000"/>
            </a:avLst>
          </a:prstGeom>
          <a:solidFill>
            <a:srgbClr val="F4F6F3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94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24328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 (gráficos)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Hospedado na Vercel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65960"/>
            <a:ext cx="3429000" cy="2743200"/>
          </a:xfrm>
          <a:prstGeom prst="roundRect">
            <a:avLst>
              <a:gd name="adj" fmla="val 3000"/>
            </a:avLst>
          </a:prstGeom>
          <a:solidFill>
            <a:srgbClr val="F4F6F3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2194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624328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20 + Express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para autenticação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pdfmake e ExcelJS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Hospedado no Railway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0" y="1965960"/>
            <a:ext cx="3429000" cy="2743200"/>
          </a:xfrm>
          <a:prstGeom prst="roundRect">
            <a:avLst>
              <a:gd name="adj" fmla="val 3000"/>
            </a:avLst>
          </a:prstGeom>
          <a:solidFill>
            <a:srgbClr val="F4F6F3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2194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apoio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624328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+ deploy automático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 (segurança HTTP)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Astah (modelagem UML)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de integração próprios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Desafios técnicos superados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problemas mais relevantes e como a equipe resolveu cada um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8571"/>
            </a:avLst>
          </a:prstGeom>
          <a:solidFill>
            <a:srgbClr val="F4F6F3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81965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Incompatibilidade de IPv6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251960" y="1819656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Render no plano gratuito não alcançava o Supabase, que só expunha a porta via IPv6.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366760" y="181965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Migração do backend e do banco para o Railway, na mesma rede interna.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10881360" cy="960120"/>
          </a:xfrm>
          <a:prstGeom prst="roundRect">
            <a:avLst>
              <a:gd name="adj" fmla="val 8571"/>
            </a:avLst>
          </a:prstGeom>
          <a:solidFill>
            <a:srgbClr val="F4F6F3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8712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do desconto (RN01)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251960" y="2871216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limite de isenção do desconto por palito estava divergente da planilha oficial da empresa.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287121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Conferência contra a planilha de fechamento e correção para o limite de 30%.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881360" cy="960120"/>
          </a:xfrm>
          <a:prstGeom prst="roundRect">
            <a:avLst>
              <a:gd name="adj" fmla="val 8571"/>
            </a:avLst>
          </a:prstGeom>
          <a:solidFill>
            <a:srgbClr val="F4F6F3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92277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 cadastro x data da análise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251960" y="3922776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importar 10 meses de histórico, o painel mostrava tudo como se fosse do mesmo dia.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392277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entre a data da análise e o carimbo de auditoria em filtros e gráficos.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846320"/>
            <a:ext cx="10881360" cy="960120"/>
          </a:xfrm>
          <a:prstGeom prst="roundRect">
            <a:avLst>
              <a:gd name="adj" fmla="val 8571"/>
            </a:avLst>
          </a:prstGeom>
          <a:solidFill>
            <a:srgbClr val="F4F6F3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497433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sujos na origem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251960" y="4974336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fracionados, datas com ano errado e valores fora de faixa na planilha.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497433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linha a linha na importação, com relatório e modo de simulação.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251960" y="1417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366760" y="14173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aplicada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Lições aprendidas com o Scrum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sprints, 27 story points entregues e uma fase de implantação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440680" cy="3931920"/>
          </a:xfrm>
          <a:prstGeom prst="roundRect">
            <a:avLst>
              <a:gd name="adj" fmla="val 2093"/>
            </a:avLst>
          </a:prstGeom>
          <a:solidFill>
            <a:srgbClr val="FFFFFF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965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funcionou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395728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os critérios de aceite antes de codificar reduziu retrabalho já na Sprint 1.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retrospectiva virou ação concreta: os testes automatizados nasceram de uma melhoria acordada.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pequenos e descritivos serviram de prova de progresso nas revisões.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software funcionando a cada sprint manteve a entidade envolvida.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46520" y="1737360"/>
            <a:ext cx="5440680" cy="3931920"/>
          </a:xfrm>
          <a:prstGeom prst="roundRect">
            <a:avLst>
              <a:gd name="adj" fmla="val 2093"/>
            </a:avLst>
          </a:prstGeom>
          <a:solidFill>
            <a:srgbClr val="FFFFFF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39128" y="1965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melhoraríamos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39128" y="2395728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usamos ferramenta formal de gestão ágil; o acompanhamento por checklist dificultou medir velocidade.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Sprint 2 fechou com 6 de 16 story points concluídos — superestimamos o que cabia no ciclo.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o layout dos relatórios com a analista antes de codificar teria evitado retrabalho.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os dados reais da entidade mais cedo teria antecipado decisões de modelagem.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 e sustentabilidade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recomendamos à entidade para manter e evoluir o sistema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29000" cy="3566160"/>
          </a:xfrm>
          <a:prstGeom prst="roundRect">
            <a:avLst>
              <a:gd name="adj" fmla="val 2400"/>
            </a:avLst>
          </a:prstGeom>
          <a:solidFill>
            <a:srgbClr val="F4F6F3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329184" cy="329184"/>
          </a:xfrm>
          <a:prstGeom prst="ellipse">
            <a:avLst/>
          </a:prstGeom>
          <a:solidFill>
            <a:srgbClr val="065F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53312" y="19476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Curto prazo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87168"/>
            <a:ext cx="2880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de backup semanal do banco (pg_dump)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as 21 inconsistências apontadas na planilha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as senhas padrão dos usuários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737360"/>
            <a:ext cx="3429000" cy="3566160"/>
          </a:xfrm>
          <a:prstGeom prst="roundRect">
            <a:avLst>
              <a:gd name="adj" fmla="val 2400"/>
            </a:avLst>
          </a:prstGeom>
          <a:solidFill>
            <a:srgbClr val="F4F6F3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1965960"/>
            <a:ext cx="329184" cy="329184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56632" y="19476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 prazo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487168"/>
            <a:ext cx="2880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os planos contratados antes do fim do período gratuito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Importar o histórico de fichas e de coletas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Conferir com o financeiro as 98 cargas sem desconto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429000" cy="3566160"/>
          </a:xfrm>
          <a:prstGeom prst="roundRect">
            <a:avLst>
              <a:gd name="adj" fmla="val 2400"/>
            </a:avLst>
          </a:prstGeom>
          <a:solidFill>
            <a:srgbClr val="F4F6F3"/>
          </a:solidFill>
          <a:ln w="12700">
            <a:solidFill>
              <a:srgbClr val="E3E8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21040" y="1965960"/>
            <a:ext cx="329184" cy="329184"/>
          </a:xfrm>
          <a:prstGeom prst="ellipse">
            <a:avLst/>
          </a:prstGeom>
          <a:solidFill>
            <a:srgbClr val="4B7C5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59952" y="19476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487168"/>
            <a:ext cx="2880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de histórico por produtor (US06)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indicadores por safra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com o ERP da empresa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código-fonte é da entidade e está publicado no GitHub, com deploy automático configurado — qualquer desenvolvedor consegue dar continuidade.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43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945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1089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42062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FA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 </a:t>
            </a:r>
            <a:pPr algn="l"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E8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sistema-controle-qualidade-verdelan.vercel.app
</a:t>
            </a:r>
            <a:pPr algn="l"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8FA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 </a:t>
            </a:r>
            <a:pPr algn="l"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E8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github.com/Jp-Ortolan/Sistema-controle-qualidade-verdelandia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E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SCQ · Centro Universitário Campo Real · Guarapuava — PR ·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SCQ Verdelandia - Apresentacao Final</dc:title>
  <dc:subject>PptxGenJS Presentation</dc:subject>
  <dc:creator>Equipe SCQ - Centro Universitario Campo Real</dc:creator>
  <cp:lastModifiedBy>Equipe SCQ - Centro Universitario Campo Real</cp:lastModifiedBy>
  <cp:revision>1</cp:revision>
  <dcterms:created xsi:type="dcterms:W3CDTF">2026-09-13T23:03:32Z</dcterms:created>
  <dcterms:modified xsi:type="dcterms:W3CDTF">2026-09-13T23:03:32Z</dcterms:modified>
</cp:coreProperties>
</file>